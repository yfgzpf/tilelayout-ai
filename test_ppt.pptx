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99999"/>
                </a:solidFill>
              </a:defRPr>
            </a:pPr>
            <a:r>
              <a:t>⬆ 升级会员，展示您的品牌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瓷砖铺贴方案确认单</a:t>
            </a:r>
          </a:p>
          <a:p>
            <a:pPr algn="ctr">
              <a:spcBef>
                <a:spcPts val="1600"/>
              </a:spcBef>
              <a:defRPr sz="2400">
                <a:solidFill>
                  <a:srgbClr val="D4A574"/>
                </a:solidFill>
              </a:defRPr>
            </a:pPr>
            <a:r>
              <a:t>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户型面积: 12.0m²  |  方案编号: 21DB818A  |  2026年05月07日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99999"/>
                </a:solidFill>
              </a:defRPr>
            </a:pPr>
            <a:r>
              <a:t>本方案由排砖宝 TileLayout AI 生成  |  www.tilelayout.ai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8229600" cy="2743200"/>
          </a:xfrm>
          <a:prstGeom prst="rect">
            <a:avLst/>
          </a:prstGeom>
          <a:solidFill>
            <a:srgbClr val="F0F0F0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99999"/>
                </a:solidFill>
              </a:defRPr>
            </a:pPr>
            <a:r>
              <a:t>铺贴效果图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铺贴效果图 - 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99999"/>
                </a:solidFill>
              </a:defRPr>
            </a:pPr>
            <a:r>
              <a:t>本方案由排砖宝 TileLayout AI 生成  |  www.tilelayout.ai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材料明细清单 - ????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274320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品名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规格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瓷砖胶(粘结剂)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包(25.0kg)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美缝剂(双组份)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支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十字卡/找平器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瓷砖胶(粘结剂)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包(25.0kg)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美缝剂(双组份)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支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十字卡/找平器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包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99999"/>
                </a:solidFill>
              </a:defRPr>
            </a:pPr>
            <a:r>
              <a:t>本方案由排砖宝 TileLayout AI 生成  |  www.tilelayout.ai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商家信息与售后保障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229600" cy="2743200"/>
          </a:xfrm>
          <a:prstGeom prst="rect">
            <a:avLst/>
          </a:prstGeom>
          <a:solidFill>
            <a:srgbClr val="F0F0F0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D4A574"/>
                </a:solidFill>
              </a:defRPr>
            </a:pPr>
            <a:r>
              <a:t>🔓 升级为付费会员，展示您的品牌信息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99999"/>
                </a:solidFill>
              </a:defRPr>
            </a:pPr>
            <a:r>
              <a:t>包含门店Logo、名称、联系方式、地址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99999"/>
                </a:solidFill>
              </a:defRPr>
            </a:pPr>
            <a:r>
              <a:t>本方案由排砖宝 TileLayout AI 生成  |  www.tilelayout.ai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客户确认签字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600">
                <a:solidFill>
                  <a:srgbClr val="333333"/>
                </a:solidFill>
              </a:defRPr>
            </a:pPr>
            <a:r>
              <a:t>本人已确认上述铺贴方案、材料清单及费用明细（如有），同意按此方案进行施工。</a:t>
            </a:r>
            <a:br/>
            <a:br/>
            <a:r>
              <a:t>备注说明：________________________________________</a:t>
            </a:r>
            <a:br/>
            <a:br/>
            <a:r>
              <a:t>客户签字：________________     日期：____年____月____日</a:t>
            </a:r>
            <a:br/>
            <a:br/>
            <a:r>
              <a:t>设计师签字：________________     日期：____年____月____日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99999"/>
                </a:solidFill>
              </a:defRPr>
            </a:pPr>
            <a:r>
              <a:t>本方案由排砖宝 TileLayout AI 生成  |  www.tilelayout.ai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